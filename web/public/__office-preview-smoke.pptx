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5ffcc929c254f07" /><Relationship Type="http://schemas.openxmlformats.org/package/2006/relationships/metadata/core-properties" Target="/docProps/core.xml" Id="R87bd6fdce30f4485" /><Relationship Type="http://schemas.openxmlformats.org/officeDocument/2006/relationships/extended-properties" Target="/docProps/app.xml" Id="Rba6f6590b692471e" /><Relationship Type="http://schemas.openxmlformats.org/officeDocument/2006/relationships/custom-properties" Target="/docProps/custom.xml" Id="Rdb7e2c23eb7d4b2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6da8d481afc4309"/>
  </p:notesMasterIdLst>
  <p:sldIdLst>
    <p:sldId id="256" r:id="Ra068c84556524bbe"/>
    <p:sldId id="257" r:id="Rce66a8b174f24f8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068c84556524bbe" /><Relationship Type="http://schemas.openxmlformats.org/officeDocument/2006/relationships/notesMaster" Target="/ppt/notesMasters/notesMaster1.xml" Id="R06da8d481afc4309" /><Relationship Type="http://schemas.openxmlformats.org/officeDocument/2006/relationships/slide" Target="/ppt/slides/slide2.xml" Id="Rce66a8b174f24f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678e1ee091a4f3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18029a0a9fb44ad" /><Relationship Type="http://schemas.openxmlformats.org/officeDocument/2006/relationships/slide" Target="/ppt/slides/slide1.xml" Id="R0f2f97e8585c4e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26ed4ee363643fa" /><Relationship Type="http://schemas.openxmlformats.org/officeDocument/2006/relationships/slide" Target="/ppt/slides/slide2.xml" Id="R398384ac54744b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Verify the first slide renders and the next control advances.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Verify the previous control becomes enabled after advancing.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0369aa43e49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6c4d4582d4d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208ded50d4a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2c2c879fb4c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4074e9d4d48a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e2e2be2ac8945f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78b60b5094c9b" /><Relationship Type="http://schemas.openxmlformats.org/officeDocument/2006/relationships/notesSlide" Target="/ppt/notesSlides/notesSlide1.xml" Id="Rc03157fc3fbf4e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cf2ddaa0c4198" /><Relationship Type="http://schemas.openxmlformats.org/officeDocument/2006/relationships/notesSlide" Target="/ppt/notesSlides/notesSlide2.xml" Id="R62b7e1f0c7d944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252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Arial"/>
                <a:ea typeface="Arial"/>
              </a:rPr>
              <a:t>Office preview slide 1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720000" y="3960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CADCFC"/>
                </a:solidFill>
                <a:latin typeface="Arial"/>
                <a:ea typeface="Arial"/>
              </a:rPr>
              <a:t>Browser interaction fixture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2" name="TextBox 1"/>
          <p:cNvSpPr txBox="1"/>
          <p:nvPr/>
        </p:nvSpPr>
        <p:spPr>
          <a:xfrm xmlns:a="http://schemas.openxmlformats.org/drawingml/2006/main">
            <a:off x="540000" y="432000"/>
            <a:ext cx="10800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1E2761"/>
                </a:solidFill>
                <a:latin typeface="Arial"/>
                <a:ea typeface="Arial"/>
              </a:rPr>
              <a:t>Office preview slide 2</a:t>
            </a:r>
          </a:p>
        </p:txBody>
      </p:sp>
      <p:sp>
        <p:nvSpPr>
          <p:cNvPr id="100003" name="TextBox 2"/>
          <p:cNvSpPr/>
          <p:nvPr/>
        </p:nvSpPr>
        <p:spPr>
          <a:xfrm xmlns:a="http://schemas.openxmlformats.org/drawingml/2006/main">
            <a:off x="1800000" y="2160000"/>
            <a:ext cx="85932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E2761"/>
                </a:solidFill>
                <a:latin typeface="Arial"/>
                <a:ea typeface="Arial"/>
              </a:rPr>
              <a:t>Navigation reached slide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2026-08-29T16:29:14Z</dcterms:created>
  <cp:lastModifiedBy>OfficeCLI</cp:lastModifiedBy>
  <dcterms:modified xsi:type="dcterms:W3CDTF">2026-08-29T16:29:14Z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1.0.145</vt:lpwstr>
  </op:property>
  <op:property fmtid="{D5CDD505-2E9C-101B-9397-08002B2CF9AE}" pid="3" name="OfficeCLI.LastModified">
    <vt:lpwstr xmlns:vt="http://schemas.openxmlformats.org/officeDocument/2006/docPropsVTypes">2026-08-29T16:30:18Z</vt:lpwstr>
  </op:property>
</op:Properties>
</file>